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252A36"/>
                </a:solidFill>
                <a:latin typeface="Aptos"/>
              </a:defRPr>
            </a:pPr>
            <a:r>
              <a:t>Blood Donation &amp;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01952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C91F35"/>
                </a:solidFill>
                <a:latin typeface="Aptos"/>
              </a:defRPr>
            </a:pPr>
            <a:r>
              <a:t>Emergency Response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52A36"/>
                </a:solidFill>
                <a:latin typeface="Aptos"/>
              </a:defRPr>
            </a:pPr>
            <a:r>
              <a:t>BloodLink Response — Admin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697180"/>
                </a:solidFill>
                <a:latin typeface="Aptos"/>
              </a:defRPr>
            </a:pPr>
            <a:r>
              <a:t>A browser-based prototype for managing donors, blood requests, hospitals and donor matching.</a:t>
            </a:r>
          </a:p>
        </p:txBody>
      </p:sp>
      <p:sp>
        <p:nvSpPr>
          <p:cNvPr id="7" name="Oval 6"/>
          <p:cNvSpPr/>
          <p:nvPr/>
        </p:nvSpPr>
        <p:spPr>
          <a:xfrm>
            <a:off x="9509760" y="1005840"/>
            <a:ext cx="914400" cy="914400"/>
          </a:xfrm>
          <a:prstGeom prst="ellipse">
            <a:avLst/>
          </a:prstGeom>
          <a:solidFill>
            <a:srgbClr val="C9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80" y="1737360"/>
            <a:ext cx="530352" cy="530352"/>
          </a:xfrm>
          <a:prstGeom prst="ellipse">
            <a:avLst/>
          </a:prstGeom>
          <a:solidFill>
            <a:srgbClr val="B7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326880" y="2103120"/>
            <a:ext cx="384048" cy="384048"/>
          </a:xfrm>
          <a:prstGeom prst="ellipse">
            <a:avLst/>
          </a:prstGeom>
          <a:solidFill>
            <a:srgbClr val="168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97180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C91F35"/>
                </a:solidFill>
                <a:latin typeface="Aptos"/>
              </a:defRPr>
            </a:pPr>
            <a: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97180"/>
                </a:solidFill>
                <a:latin typeface="Aptos"/>
              </a:defRPr>
            </a:pPr>
            <a:r>
              <a:t>What the uploaded website is designed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52A36"/>
                </a:solidFill>
                <a:latin typeface="Aptos"/>
              </a:defRPr>
            </a:pPr>
            <a:r>
              <a:t>•  Provides a single admin workspace for blood donation and emergency-response coordination.</a:t>
            </a:r>
          </a:p>
          <a:p>
            <a:pPr>
              <a:spcAft>
                <a:spcPts val="1400"/>
              </a:spcAft>
              <a:defRPr sz="2000">
                <a:solidFill>
                  <a:srgbClr val="252A36"/>
                </a:solidFill>
                <a:latin typeface="Aptos"/>
              </a:defRPr>
            </a:pPr>
            <a:r>
              <a:t>•  Organizes donor records, blood requests, participating hospitals and matching activity.</a:t>
            </a:r>
          </a:p>
          <a:p>
            <a:pPr>
              <a:spcAft>
                <a:spcPts val="1400"/>
              </a:spcAft>
              <a:defRPr sz="2000">
                <a:solidFill>
                  <a:srgbClr val="252A36"/>
                </a:solidFill>
                <a:latin typeface="Aptos"/>
              </a:defRPr>
            </a:pPr>
            <a:r>
              <a:t>•  Uses a responsive layout with navigation, summary cards, tables and forms.</a:t>
            </a:r>
          </a:p>
          <a:p>
            <a:pPr>
              <a:spcAft>
                <a:spcPts val="1400"/>
              </a:spcAft>
              <a:defRPr sz="2000">
                <a:solidFill>
                  <a:srgbClr val="252A36"/>
                </a:solidFill>
                <a:latin typeface="Aptos"/>
              </a:defRPr>
            </a:pPr>
            <a:r>
              <a:t>•  Designed as a front-end demonstration; it does not connect to a live emergency network.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97180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C91F35"/>
                </a:solidFill>
                <a:latin typeface="Aptos"/>
              </a:defRPr>
            </a:pPr>
            <a:r>
              <a:t>2. Main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97180"/>
                </a:solidFill>
                <a:latin typeface="Aptos"/>
              </a:defRPr>
            </a:pPr>
            <a:r>
              <a:t>At-a-glance operational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2560320" cy="1325880"/>
          </a:xfrm>
          <a:prstGeom prst="roundRect">
            <a:avLst/>
          </a:prstGeom>
          <a:solidFill>
            <a:srgbClr val="F7F8FA"/>
          </a:solidFill>
          <a:ln>
            <a:solidFill>
              <a:srgbClr val="E6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171907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91F35"/>
                </a:solidFill>
                <a:latin typeface="Aptos"/>
              </a:defRPr>
            </a:pPr>
            <a:r>
              <a:t>Registered donors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139696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97180"/>
                </a:solidFill>
                <a:latin typeface="Aptos"/>
              </a:defRPr>
            </a:pPr>
            <a:r>
              <a:t>Count of donor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508760"/>
            <a:ext cx="2560320" cy="1325880"/>
          </a:xfrm>
          <a:prstGeom prst="roundRect">
            <a:avLst/>
          </a:prstGeom>
          <a:solidFill>
            <a:srgbClr val="F7F8FA"/>
          </a:solidFill>
          <a:ln>
            <a:solidFill>
              <a:srgbClr val="E6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30752" y="171907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865B"/>
                </a:solidFill>
                <a:latin typeface="Aptos"/>
              </a:defRPr>
            </a:pPr>
            <a:r>
              <a:t>Available donors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30752" y="2139696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97180"/>
                </a:solidFill>
                <a:latin typeface="Aptos"/>
              </a:defRPr>
            </a:pPr>
            <a:r>
              <a:t>Donors marked 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508760"/>
            <a:ext cx="2560320" cy="1325880"/>
          </a:xfrm>
          <a:prstGeom prst="roundRect">
            <a:avLst/>
          </a:prstGeom>
          <a:solidFill>
            <a:srgbClr val="F7F8FA"/>
          </a:solidFill>
          <a:ln>
            <a:solidFill>
              <a:srgbClr val="E6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65392" y="171907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76A00"/>
                </a:solidFill>
                <a:latin typeface="Aptos"/>
              </a:defRPr>
            </a:pPr>
            <a:r>
              <a:t>Blood requests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139696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97180"/>
                </a:solidFill>
                <a:latin typeface="Aptos"/>
              </a:defRPr>
            </a:pPr>
            <a:r>
              <a:t>Total requests created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508760"/>
            <a:ext cx="2560320" cy="1325880"/>
          </a:xfrm>
          <a:prstGeom prst="roundRect">
            <a:avLst/>
          </a:prstGeom>
          <a:solidFill>
            <a:srgbClr val="F7F8FA"/>
          </a:solidFill>
          <a:ln>
            <a:solidFill>
              <a:srgbClr val="E6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00032" y="171907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2A36"/>
                </a:solidFill>
                <a:latin typeface="Aptos"/>
              </a:defRPr>
            </a:pPr>
            <a:r>
              <a:t>Partner hospitals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00032" y="2139696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97180"/>
                </a:solidFill>
                <a:latin typeface="Aptos"/>
              </a:defRPr>
            </a:pPr>
            <a:r>
              <a:t>Hospitals added to directory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4290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52A36"/>
                </a:solidFill>
                <a:latin typeface="Aptos"/>
              </a:defRPr>
            </a:pPr>
            <a:r>
              <a:t>•  Recent blood requests and request statuses.</a:t>
            </a:r>
          </a:p>
          <a:p>
            <a:pPr>
              <a:spcAft>
                <a:spcPts val="1400"/>
              </a:spcAft>
              <a:defRPr sz="1900">
                <a:solidFill>
                  <a:srgbClr val="252A36"/>
                </a:solidFill>
                <a:latin typeface="Aptos"/>
              </a:defRPr>
            </a:pPr>
            <a:r>
              <a:t>•  Schematic donor-area map (not a live map).</a:t>
            </a:r>
          </a:p>
          <a:p>
            <a:pPr>
              <a:spcAft>
                <a:spcPts val="1400"/>
              </a:spcAft>
              <a:defRPr sz="1900">
                <a:solidFill>
                  <a:srgbClr val="252A36"/>
                </a:solidFill>
                <a:latin typeface="Aptos"/>
              </a:defRPr>
            </a:pPr>
            <a:r>
              <a:t>•  Quick actions to add a donor, create a request or find matches.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97180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C91F35"/>
                </a:solidFill>
                <a:latin typeface="Aptos"/>
              </a:defRPr>
            </a:pPr>
            <a:r>
              <a:t>3. Donor Registry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97180"/>
                </a:solidFill>
                <a:latin typeface="Aptos"/>
              </a:defRPr>
            </a:pPr>
            <a:r>
              <a:t>Maintaining a searchable donor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52A36"/>
                </a:solidFill>
                <a:latin typeface="Aptos"/>
              </a:defRPr>
            </a:pPr>
            <a:r>
              <a:t>•  Add donor name, blood group, area, contact number and availability.</a:t>
            </a:r>
          </a:p>
          <a:p>
            <a:pPr>
              <a:spcAft>
                <a:spcPts val="1400"/>
              </a:spcAft>
              <a:defRPr sz="2000">
                <a:solidFill>
                  <a:srgbClr val="252A36"/>
                </a:solidFill>
                <a:latin typeface="Aptos"/>
              </a:defRPr>
            </a:pPr>
            <a:r>
              <a:t>•  Optionally record the last donation date.</a:t>
            </a:r>
          </a:p>
          <a:p>
            <a:pPr>
              <a:spcAft>
                <a:spcPts val="1400"/>
              </a:spcAft>
              <a:defRPr sz="2000">
                <a:solidFill>
                  <a:srgbClr val="252A36"/>
                </a:solidFill>
                <a:latin typeface="Aptos"/>
              </a:defRPr>
            </a:pPr>
            <a:r>
              <a:t>•  Search by name, blood group, area or contact; filter by blood group and availability.</a:t>
            </a:r>
          </a:p>
          <a:p>
            <a:pPr>
              <a:spcAft>
                <a:spcPts val="1400"/>
              </a:spcAft>
              <a:defRPr sz="2000">
                <a:solidFill>
                  <a:srgbClr val="252A36"/>
                </a:solidFill>
                <a:latin typeface="Aptos"/>
              </a:defRPr>
            </a:pPr>
            <a:r>
              <a:t>•  Toggle availability as a donor’s status changes.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97180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C91F35"/>
                </a:solidFill>
                <a:latin typeface="Aptos"/>
              </a:defRPr>
            </a:pPr>
            <a:r>
              <a:t>4. Blood Requests &amp;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97180"/>
                </a:solidFill>
                <a:latin typeface="Aptos"/>
              </a:defRPr>
            </a:pPr>
            <a:r>
              <a:t>Tracking requests from search to resolution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2011680" cy="1051560"/>
          </a:xfrm>
          <a:prstGeom prst="roundRect">
            <a:avLst/>
          </a:prstGeom>
          <a:solidFill>
            <a:srgbClr val="FFF0F2"/>
          </a:solidFill>
          <a:ln>
            <a:solidFill>
              <a:srgbClr val="C9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2648" y="1993392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91F35"/>
                </a:solidFill>
                <a:latin typeface="Aptos"/>
              </a:defRPr>
            </a:pPr>
            <a:r>
              <a:t>Searching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2350008"/>
            <a:ext cx="1792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97180"/>
                </a:solidFill>
                <a:latin typeface="Aptos"/>
              </a:defRPr>
            </a:pPr>
            <a:r>
              <a:t>Request created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2032" y="214884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91F3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52928" y="1828800"/>
            <a:ext cx="2011680" cy="1051560"/>
          </a:xfrm>
          <a:prstGeom prst="roundRect">
            <a:avLst/>
          </a:prstGeom>
          <a:solidFill>
            <a:srgbClr val="FFF0F2"/>
          </a:solidFill>
          <a:ln>
            <a:solidFill>
              <a:srgbClr val="E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62656" y="1993392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2A36"/>
                </a:solidFill>
                <a:latin typeface="Aptos"/>
              </a:defRPr>
            </a:pPr>
            <a:r>
              <a:t>Verified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2656" y="2350008"/>
            <a:ext cx="1792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97180"/>
                </a:solidFill>
                <a:latin typeface="Aptos"/>
              </a:defRPr>
            </a:pPr>
            <a:r>
              <a:t>Details checked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14884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91F3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02936" y="1828800"/>
            <a:ext cx="2011680" cy="1051560"/>
          </a:xfrm>
          <a:prstGeom prst="roundRect">
            <a:avLst/>
          </a:prstGeom>
          <a:solidFill>
            <a:srgbClr val="F7F8FA"/>
          </a:solidFill>
          <a:ln>
            <a:solidFill>
              <a:srgbClr val="E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12664" y="1993392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2A36"/>
                </a:solidFill>
                <a:latin typeface="Aptos"/>
              </a:defRPr>
            </a:pPr>
            <a:r>
              <a:t>Donors contacted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2664" y="2350008"/>
            <a:ext cx="1792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97180"/>
                </a:solidFill>
                <a:latin typeface="Aptos"/>
              </a:defRPr>
            </a:pPr>
            <a:r>
              <a:t>Outreach stage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42048" y="214884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91F3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52944" y="1828800"/>
            <a:ext cx="2011680" cy="1051560"/>
          </a:xfrm>
          <a:prstGeom prst="roundRect">
            <a:avLst/>
          </a:prstGeom>
          <a:solidFill>
            <a:srgbClr val="F7F8FA"/>
          </a:solidFill>
          <a:ln>
            <a:solidFill>
              <a:srgbClr val="E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62671" y="1993392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2A36"/>
                </a:solidFill>
                <a:latin typeface="Aptos"/>
              </a:defRPr>
            </a:pPr>
            <a:r>
              <a:t>Donor confirmed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62671" y="2350008"/>
            <a:ext cx="1792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97180"/>
                </a:solidFill>
                <a:latin typeface="Aptos"/>
              </a:defRPr>
            </a:pPr>
            <a:r>
              <a:t>Match confirmed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2056" y="214884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91F3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02952" y="1828800"/>
            <a:ext cx="2011680" cy="1051560"/>
          </a:xfrm>
          <a:prstGeom prst="roundRect">
            <a:avLst/>
          </a:prstGeom>
          <a:solidFill>
            <a:srgbClr val="F7F8FA"/>
          </a:solidFill>
          <a:ln>
            <a:solidFill>
              <a:srgbClr val="E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12680" y="1993392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2A36"/>
                </a:solidFill>
                <a:latin typeface="Aptos"/>
              </a:defRPr>
            </a:pPr>
            <a:r>
              <a:t>Resolved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12680" y="2350008"/>
            <a:ext cx="1792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97180"/>
                </a:solidFill>
                <a:latin typeface="Aptos"/>
              </a:defRPr>
            </a:pPr>
            <a:r>
              <a:t>Request completed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0"/>
            <a:ext cx="10789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52A36"/>
                </a:solidFill>
                <a:latin typeface="Aptos"/>
              </a:defRPr>
            </a:pPr>
            <a:r>
              <a:t>•  Requests include patient/reference, hospital, blood group, units, area and priority.</a:t>
            </a:r>
          </a:p>
          <a:p>
            <a:pPr>
              <a:spcAft>
                <a:spcPts val="1400"/>
              </a:spcAft>
              <a:defRPr sz="1700">
                <a:solidFill>
                  <a:srgbClr val="252A36"/>
                </a:solidFill>
                <a:latin typeface="Aptos"/>
              </a:defRPr>
            </a:pPr>
            <a:r>
              <a:t>•  Priorities are Emergency, Urgent and Normal; records can be searched and filtered.</a:t>
            </a:r>
          </a:p>
          <a:p>
            <a:pPr>
              <a:spcAft>
                <a:spcPts val="1400"/>
              </a:spcAft>
              <a:defRPr sz="1700">
                <a:solidFill>
                  <a:srgbClr val="252A36"/>
                </a:solidFill>
                <a:latin typeface="Aptos"/>
              </a:defRPr>
            </a:pPr>
            <a:r>
              <a:t>•  Status changes are tracked in the local activity list only.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97180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C91F35"/>
                </a:solidFill>
                <a:latin typeface="Aptos"/>
              </a:defRPr>
            </a:pPr>
            <a:r>
              <a:t>5. Donor Matching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97180"/>
                </a:solidFill>
                <a:latin typeface="Aptos"/>
              </a:defRPr>
            </a:pPr>
            <a:r>
              <a:t>Finding possible donors from the local registry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52A36"/>
                </a:solidFill>
                <a:latin typeface="Aptos"/>
              </a:defRPr>
            </a:pPr>
            <a:r>
              <a:t>•  Search using required blood group, preferred area and units required.</a:t>
            </a:r>
          </a:p>
          <a:p>
            <a:pPr>
              <a:spcAft>
                <a:spcPts val="1400"/>
              </a:spcAft>
              <a:defRPr sz="1900">
                <a:solidFill>
                  <a:srgbClr val="252A36"/>
                </a:solidFill>
                <a:latin typeface="Aptos"/>
              </a:defRPr>
            </a:pPr>
            <a:r>
              <a:t>•  Uses ABO/Rh compatibility rules and ranks exact blood-group matches first.</a:t>
            </a:r>
          </a:p>
          <a:p>
            <a:pPr>
              <a:spcAft>
                <a:spcPts val="1400"/>
              </a:spcAft>
              <a:defRPr sz="1900">
                <a:solidFill>
                  <a:srgbClr val="252A36"/>
                </a:solidFill>
                <a:latin typeface="Aptos"/>
              </a:defRPr>
            </a:pPr>
            <a:r>
              <a:t>•  Filters out donors whose last donation was less than 90 days ago, when a date is recorded.</a:t>
            </a:r>
          </a:p>
          <a:p>
            <a:pPr>
              <a:spcAft>
                <a:spcPts val="1400"/>
              </a:spcAft>
              <a:defRPr sz="1900">
                <a:solidFill>
                  <a:srgbClr val="252A36"/>
                </a:solidFill>
                <a:latin typeface="Aptos"/>
              </a:defRPr>
            </a:pPr>
            <a:r>
              <a:t>•  Results are suggestions only; the hospital blood bank must verify compatibility and eligibility.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97180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C91F35"/>
                </a:solidFill>
                <a:latin typeface="Aptos"/>
              </a:defRPr>
            </a:pPr>
            <a:r>
              <a:t>6. Hospitals, Notifications &amp; Settings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97180"/>
                </a:solidFill>
                <a:latin typeface="Aptos"/>
              </a:defRPr>
            </a:pPr>
            <a:r>
              <a:t>Supporting admin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52A36"/>
                </a:solidFill>
                <a:latin typeface="Aptos"/>
              </a:defRPr>
            </a:pPr>
            <a:r>
              <a:t>•  Hospital directory stores hospital name, area, contact and a demo blood-bank status.</a:t>
            </a:r>
          </a:p>
          <a:p>
            <a:pPr>
              <a:spcAft>
                <a:spcPts val="1400"/>
              </a:spcAft>
              <a:defRPr sz="1900">
                <a:solidFill>
                  <a:srgbClr val="252A36"/>
                </a:solidFill>
                <a:latin typeface="Aptos"/>
              </a:defRPr>
            </a:pPr>
            <a:r>
              <a:t>•  Notifications page displays local activity such as records added, status changes and matching actions.</a:t>
            </a:r>
          </a:p>
          <a:p>
            <a:pPr>
              <a:spcAft>
                <a:spcPts val="1400"/>
              </a:spcAft>
              <a:defRPr sz="1900">
                <a:solidFill>
                  <a:srgbClr val="252A36"/>
                </a:solidFill>
                <a:latin typeface="Aptos"/>
              </a:defRPr>
            </a:pPr>
            <a:r>
              <a:t>•  Settings provide dark mode, compact-table option and a reset action.</a:t>
            </a:r>
          </a:p>
          <a:p>
            <a:pPr>
              <a:spcAft>
                <a:spcPts val="1400"/>
              </a:spcAft>
              <a:defRPr sz="1900">
                <a:solidFill>
                  <a:srgbClr val="252A36"/>
                </a:solidFill>
                <a:latin typeface="Aptos"/>
              </a:defRPr>
            </a:pPr>
            <a:r>
              <a:t>•  No actual SMS, email, push alerts or hospital integrations are connected.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97180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C91F35"/>
                </a:solidFill>
                <a:latin typeface="Aptos"/>
              </a:defRPr>
            </a:pPr>
            <a:r>
              <a:t>7. Technology &amp;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97180"/>
                </a:solidFill>
                <a:latin typeface="Aptos"/>
              </a:defRPr>
            </a:pPr>
            <a:r>
              <a:t>Implementation visible in the HTML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52A36"/>
                </a:solidFill>
                <a:latin typeface="Aptos"/>
              </a:defRPr>
            </a:pPr>
            <a:r>
              <a:t>•  HTML structures the dashboard and forms; CSS provides styling and responsive layouts.</a:t>
            </a:r>
          </a:p>
          <a:p>
            <a:pPr>
              <a:spcAft>
                <a:spcPts val="1400"/>
              </a:spcAft>
              <a:defRPr sz="1900">
                <a:solidFill>
                  <a:srgbClr val="252A36"/>
                </a:solidFill>
                <a:latin typeface="Aptos"/>
              </a:defRPr>
            </a:pPr>
            <a:r>
              <a:t>•  Vanilla JavaScript drives navigation, filtering, modals, matching and activity updates.</a:t>
            </a:r>
          </a:p>
          <a:p>
            <a:pPr>
              <a:spcAft>
                <a:spcPts val="1400"/>
              </a:spcAft>
              <a:defRPr sz="1900">
                <a:solidFill>
                  <a:srgbClr val="252A36"/>
                </a:solidFill>
                <a:latin typeface="Aptos"/>
              </a:defRPr>
            </a:pPr>
            <a:r>
              <a:t>•  Single-file architecture makes the prototype easy to open and demonstrate.</a:t>
            </a:r>
          </a:p>
          <a:p>
            <a:pPr>
              <a:spcAft>
                <a:spcPts val="1400"/>
              </a:spcAft>
              <a:defRPr sz="1900">
                <a:solidFill>
                  <a:srgbClr val="252A36"/>
                </a:solidFill>
                <a:latin typeface="Aptos"/>
              </a:defRPr>
            </a:pPr>
            <a:r>
              <a:t>•  Current records are held in page memory and are lost on refresh; there is no backend database or real authentication.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97180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C91F35"/>
                </a:solidFill>
                <a:latin typeface="Aptos"/>
              </a:defRPr>
            </a:pPr>
            <a:r>
              <a:t>8. Limitations &amp; 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97180"/>
                </a:solidFill>
                <a:latin typeface="Aptos"/>
              </a:defRPr>
            </a:pPr>
            <a:r>
              <a:t>What is needed before real-world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52A36"/>
                </a:solidFill>
                <a:latin typeface="Aptos"/>
              </a:defRPr>
            </a:pPr>
            <a:r>
              <a:t>•  Add secure server-side authentication, role-based access and a protected database.</a:t>
            </a:r>
          </a:p>
          <a:p>
            <a:pPr>
              <a:spcAft>
                <a:spcPts val="1400"/>
              </a:spcAft>
              <a:defRPr sz="1800">
                <a:solidFill>
                  <a:srgbClr val="252A36"/>
                </a:solidFill>
                <a:latin typeface="Aptos"/>
              </a:defRPr>
            </a:pPr>
            <a:r>
              <a:t>•  Persist donor/request records and create audit logs with controlled access.</a:t>
            </a:r>
          </a:p>
          <a:p>
            <a:pPr>
              <a:spcAft>
                <a:spcPts val="1400"/>
              </a:spcAft>
              <a:defRPr sz="1800">
                <a:solidFill>
                  <a:srgbClr val="252A36"/>
                </a:solidFill>
                <a:latin typeface="Aptos"/>
              </a:defRPr>
            </a:pPr>
            <a:r>
              <a:t>•  Integrate verified hospital/blood-bank workflows and consent-based notification services.</a:t>
            </a:r>
          </a:p>
          <a:p>
            <a:pPr>
              <a:spcAft>
                <a:spcPts val="1400"/>
              </a:spcAft>
              <a:defRPr sz="1800">
                <a:solidFill>
                  <a:srgbClr val="252A36"/>
                </a:solidFill>
                <a:latin typeface="Aptos"/>
              </a:defRPr>
            </a:pPr>
            <a:r>
              <a:t>•  Validate donor eligibility, medical rules, privacy requirements and emergency procedures with qualified professionals.</a:t>
            </a:r>
          </a:p>
          <a:p>
            <a:pPr>
              <a:spcAft>
                <a:spcPts val="1400"/>
              </a:spcAft>
              <a:defRPr sz="1800">
                <a:solidFill>
                  <a:srgbClr val="252A36"/>
                </a:solidFill>
                <a:latin typeface="Aptos"/>
              </a:defRPr>
            </a:pPr>
            <a:r>
              <a:t>•  Conduct security, accessibility, reliability and user testing before deployment.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97180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858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91F35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2A36"/>
                </a:solidFill>
                <a:latin typeface="Aptos"/>
              </a:defRPr>
            </a:pPr>
            <a:r>
              <a:t>BloodLink Response demonstrates how a centralized dashboard can organize blood donation records and emergency requests in one interface.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32461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697180"/>
                </a:solidFill>
                <a:latin typeface="Aptos"/>
              </a:defRPr>
            </a:pPr>
            <a:r>
              <a:t>Its strongest features are donor management, request workflow and basic compatibility-based matching. It remains a prototype until secure storage, real verification and operational integrations are implemented.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576072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91F35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97180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662</Words>
  <Application>Microsoft Office PowerPoint</Application>
  <PresentationFormat>Widescreen</PresentationFormat>
  <Paragraphs>87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Chitrita M</cp:lastModifiedBy>
  <cp:revision>2</cp:revision>
  <dcterms:created xsi:type="dcterms:W3CDTF">2013-01-27T09:14:16Z</dcterms:created>
  <dcterms:modified xsi:type="dcterms:W3CDTF">2026-10-26T14:08:53Z</dcterms:modified>
  <cp:category/>
</cp:coreProperties>
</file>